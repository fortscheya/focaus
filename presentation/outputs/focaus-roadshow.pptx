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分钟路演：先让评委看到问题，再用一次 Focaus 操作把他们带进产品能力。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演示动作：先讲“没有进度条的直播”，再点击 Focaus。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演示动作：先讲“没有进度条的直播”，再点击 Focaus。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演示动作：点击红线“步幅为二”，再点击“一键替换正文”。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演示动作：调整 Level，再点击“一键添加至笔记”，显示自动生成的图表。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演示动作：点击原始转写，再分别点击两条公式里的 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终局：三张卡片展示原始转写、二次转写和实时笔记。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Focaus · 高密度课堂与讲座下的实时认知对齐引擎</dc:title>
  <dc:subject>PptxGenJS Presentation</dc:subject>
  <dc:creator/>
  <cp:lastModifiedBy/>
  <cp:revision>1</cp:revision>
  <dcterms:created xsi:type="dcterms:W3CDTF">2026-10-18T07:56:31Z</dcterms:created>
  <dcterms:modified xsi:type="dcterms:W3CDTF">2026-10-18T07:56:31Z</dcterms:modified>
</cp:coreProperties>
</file>
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分钟新版路演：课堂正在发生 → 声音定稿 → 可信分层 → 工作区 → focaus → 来源与探索 → 收束。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动作：点击开始实时识别，停在 partial → final 的替换上；需要真实桌面链路时点击“打开真实 Demo”。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动作：点击红线，强调原始底稿只读，再点击采纳订正。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动作：先展开听写链，再展开完整工作区；不要同时解释六个窗。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动作：点击 focaus 回顾，再点击跟上当前位置；这是时间回拨动作。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动作：点选原始句或课件节点；这是实体反查动作，与上一页的时间回拨区分。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动作：点一个输出格，逐项播放乘加；数学结果来自受控参数，不靠装饰动画。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动作：回到三层材料与真实 Demo 入口，完成课堂工作区闭环。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Focaus · 真实课堂工作区与实时语音识别</dc:title>
  <dc:subject>PptxGenJS Presentation</dc:subject>
  <dc:creator/>
  <cp:lastModifiedBy/>
  <cp:revision>1</cp:revision>
  <dcterms:created xsi:type="dcterms:W3CDTF">2026-10-18T09:28:22Z</dcterms:created>
  <dcterms:modified xsi:type="dcterms:W3CDTF">2026-10-18T09:28:22Z</dcterms:modified>
</cp:coreProperties>
</file>